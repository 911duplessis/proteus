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0C2A8">
                  <a:alpha val="18000"/>
                </a:srgbClr>
              </a:gs>
              <a:gs pos="70000">
                <a:srgbClr val="00C2A8">
                  <a:alpha val="0"/>
                </a:srgbClr>
              </a:gs>
            </a:gsLst>
            <a:path path="circle">
              <a:fillToRect l="10000" t="50000" r="9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3260527"/>
            <a:ext cx="685800" cy="685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3DD66B">
                  <a:alpha val="100000"/>
                </a:srgbClr>
              </a:gs>
              <a:gs pos="100000">
                <a:srgbClr val="00C2A8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114300" dist="28575" dir="5400000">
              <a:srgbClr val="00C2A8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59396" y="3403402"/>
            <a:ext cx="3290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53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2019300" y="3436739"/>
            <a:ext cx="41860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75" kern="0" dirty="0">
                <a:solidFill>
                  <a:srgbClr val="00C2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PROTEUS KIDS SPORTS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4251127"/>
            <a:ext cx="8829675" cy="21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78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Play. Learn. Grow. </a:t>
            </a:r>
            <a:pPr algn="l" indent="0" marL="0">
              <a:lnSpc>
                <a:spcPct val="86667"/>
              </a:lnSpc>
              <a:buNone/>
            </a:pPr>
            <a:r>
              <a:rPr lang="en-US" sz="7800" dirty="0">
                <a:solidFill>
                  <a:srgbClr val="3DD66B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Together.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143000" y="6635948"/>
            <a:ext cx="94297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5" kern="0" dirty="0">
                <a:solidFill>
                  <a:srgbClr val="FFD6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FUN, ACTIVE &amp; REWARDING — AGES 5–12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2172950" y="2850952"/>
            <a:ext cx="4972050" cy="4585097"/>
          </a:xfrm>
          <a:prstGeom prst="roundRect">
            <a:avLst>
              <a:gd name="adj" fmla="val 4986"/>
            </a:avLst>
          </a:prstGeom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2950" y="2850952"/>
            <a:ext cx="4972050" cy="45850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00C2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 — PROGRAMS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76022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Our Sports Programs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695575"/>
            <a:ext cx="5130701" cy="3262313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D1F4E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695575"/>
            <a:ext cx="5130701" cy="76200"/>
          </a:xfrm>
          <a:prstGeom prst="rect">
            <a:avLst/>
          </a:prstGeom>
          <a:solidFill>
            <a:srgbClr val="3DD66B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3190875"/>
            <a:ext cx="480557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⚽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524000" y="4029075"/>
            <a:ext cx="480557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Football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524000" y="4572000"/>
            <a:ext cx="449976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4A587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Master the beautiful game with our experienced coaches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78501" y="2695575"/>
            <a:ext cx="5130850" cy="3262313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D1F4E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78501" y="2695575"/>
            <a:ext cx="5130850" cy="762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1" name="Text 9"/>
          <p:cNvSpPr/>
          <p:nvPr/>
        </p:nvSpPr>
        <p:spPr>
          <a:xfrm>
            <a:off x="6959501" y="3190875"/>
            <a:ext cx="480573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🏀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6959501" y="4029075"/>
            <a:ext cx="480573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Basketball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959501" y="4572000"/>
            <a:ext cx="48057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4A587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Shoot and dribble your way to success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014150" y="2695575"/>
            <a:ext cx="5130850" cy="3262313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D1F4E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014150" y="2695575"/>
            <a:ext cx="5130850" cy="762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12395150" y="3190875"/>
            <a:ext cx="480573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🎾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12395150" y="4029075"/>
            <a:ext cx="480573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Tennis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2395150" y="4572000"/>
            <a:ext cx="48057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4A587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Serve, volley, and ace like a champion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43000" y="6262688"/>
            <a:ext cx="5130701" cy="3262313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D1F4E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43000" y="6262688"/>
            <a:ext cx="5130701" cy="76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1524000" y="6757988"/>
            <a:ext cx="480557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🏊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524000" y="7596187"/>
            <a:ext cx="480557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Swimming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524000" y="8139112"/>
            <a:ext cx="480557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4A587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Dive into a world of aquatic excellence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578501" y="6262688"/>
            <a:ext cx="5130850" cy="3262313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D1F4E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78501" y="6262688"/>
            <a:ext cx="5130850" cy="76200"/>
          </a:xfrm>
          <a:prstGeom prst="rect">
            <a:avLst/>
          </a:prstGeom>
          <a:solidFill>
            <a:srgbClr val="7B3FBE"/>
          </a:solidFill>
          <a:ln/>
        </p:spPr>
      </p:sp>
      <p:sp>
        <p:nvSpPr>
          <p:cNvPr id="26" name="Text 24"/>
          <p:cNvSpPr/>
          <p:nvPr/>
        </p:nvSpPr>
        <p:spPr>
          <a:xfrm>
            <a:off x="6959501" y="6757988"/>
            <a:ext cx="480573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🏃</a:t>
            </a:r>
            <a:endParaRPr lang="en-US" sz="3900" dirty="0"/>
          </a:p>
        </p:txBody>
      </p:sp>
      <p:sp>
        <p:nvSpPr>
          <p:cNvPr id="27" name="Text 25"/>
          <p:cNvSpPr/>
          <p:nvPr/>
        </p:nvSpPr>
        <p:spPr>
          <a:xfrm>
            <a:off x="6959501" y="7596187"/>
            <a:ext cx="480573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Athletics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6959501" y="8139112"/>
            <a:ext cx="449991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4A587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Run, jump, and throw your personal best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2014150" y="6262688"/>
            <a:ext cx="5130850" cy="3262313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D1F4E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2014150" y="6262688"/>
            <a:ext cx="5130850" cy="762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1" name="Text 29"/>
          <p:cNvSpPr/>
          <p:nvPr/>
        </p:nvSpPr>
        <p:spPr>
          <a:xfrm>
            <a:off x="12395150" y="6757988"/>
            <a:ext cx="480573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🏏</a:t>
            </a:r>
            <a:endParaRPr lang="en-US" sz="3900" dirty="0"/>
          </a:p>
        </p:txBody>
      </p:sp>
      <p:sp>
        <p:nvSpPr>
          <p:cNvPr id="32" name="Text 30"/>
          <p:cNvSpPr/>
          <p:nvPr/>
        </p:nvSpPr>
        <p:spPr>
          <a:xfrm>
            <a:off x="12395150" y="7596187"/>
            <a:ext cx="480573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Cricket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12395150" y="8139112"/>
            <a:ext cx="48057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4A587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Bat, bowl, and field like a champion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00C2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 — WHAT WE STAND FOR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76022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Core Values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695575"/>
            <a:ext cx="7848600" cy="3341191"/>
          </a:xfrm>
          <a:prstGeom prst="roundRect">
            <a:avLst>
              <a:gd name="adj" fmla="val 6842"/>
            </a:avLst>
          </a:prstGeom>
          <a:solidFill>
            <a:srgbClr val="F4F8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695575"/>
            <a:ext cx="7848600" cy="762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3228975"/>
            <a:ext cx="77114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🎉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562100" y="4143375"/>
            <a:ext cx="77114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Fun First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62100" y="4752975"/>
            <a:ext cx="771144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4A587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Sport should feel like the best part of a child's week.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296400" y="2695575"/>
            <a:ext cx="7848600" cy="3341191"/>
          </a:xfrm>
          <a:prstGeom prst="roundRect">
            <a:avLst>
              <a:gd name="adj" fmla="val 6842"/>
            </a:avLst>
          </a:prstGeom>
          <a:solidFill>
            <a:srgbClr val="F4F8FF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2695575"/>
            <a:ext cx="7848600" cy="76200"/>
          </a:xfrm>
          <a:prstGeom prst="rect">
            <a:avLst/>
          </a:prstGeom>
          <a:solidFill>
            <a:srgbClr val="3DD66B"/>
          </a:solidFill>
          <a:ln/>
        </p:spPr>
      </p:sp>
      <p:sp>
        <p:nvSpPr>
          <p:cNvPr id="11" name="Text 9"/>
          <p:cNvSpPr/>
          <p:nvPr/>
        </p:nvSpPr>
        <p:spPr>
          <a:xfrm>
            <a:off x="9715500" y="3228975"/>
            <a:ext cx="77114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🌱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715500" y="4143375"/>
            <a:ext cx="77114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Growth Mindset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715500" y="4752975"/>
            <a:ext cx="7220712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4A587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 celebrate effort over outcome. Every stumble is a stepping stone.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43000" y="6341566"/>
            <a:ext cx="7848600" cy="3341191"/>
          </a:xfrm>
          <a:prstGeom prst="roundRect">
            <a:avLst>
              <a:gd name="adj" fmla="val 6842"/>
            </a:avLst>
          </a:prstGeom>
          <a:solidFill>
            <a:srgbClr val="F4F8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6341566"/>
            <a:ext cx="7848600" cy="762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1562100" y="6874966"/>
            <a:ext cx="77114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🤝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562100" y="7789366"/>
            <a:ext cx="77114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Engagement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62100" y="8398966"/>
            <a:ext cx="7220712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4A587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Sticker rewards, progress trackers, and certificate moments keep kids invested.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296400" y="6341566"/>
            <a:ext cx="7848600" cy="3341191"/>
          </a:xfrm>
          <a:prstGeom prst="roundRect">
            <a:avLst>
              <a:gd name="adj" fmla="val 6842"/>
            </a:avLst>
          </a:prstGeom>
          <a:solidFill>
            <a:srgbClr val="F4F8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296400" y="6341566"/>
            <a:ext cx="7848600" cy="76200"/>
          </a:xfrm>
          <a:prstGeom prst="rect">
            <a:avLst/>
          </a:prstGeom>
          <a:solidFill>
            <a:srgbClr val="7B3FBE"/>
          </a:solidFill>
          <a:ln/>
        </p:spPr>
      </p:sp>
      <p:sp>
        <p:nvSpPr>
          <p:cNvPr id="21" name="Text 19"/>
          <p:cNvSpPr/>
          <p:nvPr/>
        </p:nvSpPr>
        <p:spPr>
          <a:xfrm>
            <a:off x="9715500" y="6874966"/>
            <a:ext cx="77114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🏆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9715500" y="7789366"/>
            <a:ext cx="77114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Achievement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715500" y="8398966"/>
            <a:ext cx="771144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4A587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 recognise every milestone — big or small.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0C2A8">
                  <a:alpha val="18000"/>
                </a:srgbClr>
              </a:gs>
              <a:gs pos="70000">
                <a:srgbClr val="00C2A8">
                  <a:alpha val="0"/>
                </a:srgbClr>
              </a:gs>
            </a:gsLst>
            <a:path path="circle">
              <a:fillToRect l="10000" t="50000" r="9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00C2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 — REWARDS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71600"/>
            <a:ext cx="176022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Achievements &amp; Rewards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143000" y="2695575"/>
            <a:ext cx="3771900" cy="2914650"/>
          </a:xfrm>
          <a:prstGeom prst="roundRect">
            <a:avLst>
              <a:gd name="adj" fmla="val 784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5425" y="3124200"/>
            <a:ext cx="337375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🎓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495425" y="3962400"/>
            <a:ext cx="33737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DD66B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Certificates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95425" y="4467225"/>
            <a:ext cx="315906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75" dirty="0">
                <a:solidFill>
                  <a:srgbClr val="FFFFFF">
                    <a:alpha val="80000"/>
                  </a:srgbClr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Official certificates for program completion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5219700" y="2695575"/>
            <a:ext cx="3771900" cy="2914650"/>
          </a:xfrm>
          <a:prstGeom prst="roundRect">
            <a:avLst>
              <a:gd name="adj" fmla="val 784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2125" y="3124200"/>
            <a:ext cx="337375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⭐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5572125" y="3962400"/>
            <a:ext cx="33737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DD66B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Digital Badges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72125" y="4467225"/>
            <a:ext cx="315906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75" dirty="0">
                <a:solidFill>
                  <a:srgbClr val="FFFFFF">
                    <a:alpha val="80000"/>
                  </a:srgbClr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Exclusive badges unlocked with progress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296400" y="2695575"/>
            <a:ext cx="3771900" cy="2914650"/>
          </a:xfrm>
          <a:prstGeom prst="roundRect">
            <a:avLst>
              <a:gd name="adj" fmla="val 784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48825" y="3124200"/>
            <a:ext cx="337375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🏅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648825" y="3962400"/>
            <a:ext cx="33737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DD66B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Stickers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48825" y="4467225"/>
            <a:ext cx="315906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75" dirty="0">
                <a:solidFill>
                  <a:srgbClr val="FFFFFF">
                    <a:alpha val="80000"/>
                  </a:srgbClr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Collectible Proto-themed sticker packs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3373100" y="2695575"/>
            <a:ext cx="3771900" cy="2914650"/>
          </a:xfrm>
          <a:prstGeom prst="roundRect">
            <a:avLst>
              <a:gd name="adj" fmla="val 784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25525" y="3124200"/>
            <a:ext cx="337375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📊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13725525" y="3962400"/>
            <a:ext cx="33737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DD66B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Track Growth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725525" y="4467225"/>
            <a:ext cx="315906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875" dirty="0">
                <a:solidFill>
                  <a:srgbClr val="FFFFFF">
                    <a:alpha val="80000"/>
                  </a:srgbClr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Gamified progress tracker for every child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4991100" y="6919913"/>
            <a:ext cx="1790700" cy="1790700"/>
          </a:xfrm>
          <a:prstGeom prst="ellipse">
            <a:avLst/>
          </a:prstGeom>
          <a:gradFill rotWithShape="1">
            <a:gsLst>
              <a:gs pos="0">
                <a:srgbClr val="FFF4E6">
                  <a:alpha val="100000"/>
                </a:srgbClr>
              </a:gs>
              <a:gs pos="100000">
                <a:srgbClr val="FFE8CC">
                  <a:alpha val="100000"/>
                </a:srgbClr>
              </a:gs>
            </a:gsLst>
            <a:lin ang="2700000" scaled="0"/>
          </a:gradFill>
          <a:ln w="38100">
            <a:solidFill>
              <a:srgbClr val="FF8C0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546378" y="7281863"/>
            <a:ext cx="75634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🥇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5249317" y="8043863"/>
            <a:ext cx="14016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Gold Badge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162800" y="6919913"/>
            <a:ext cx="1790700" cy="1790700"/>
          </a:xfrm>
          <a:prstGeom prst="ellipse">
            <a:avLst/>
          </a:prstGeom>
          <a:gradFill rotWithShape="1">
            <a:gsLst>
              <a:gs pos="0">
                <a:srgbClr val="FFF4E6">
                  <a:alpha val="100000"/>
                </a:srgbClr>
              </a:gs>
              <a:gs pos="100000">
                <a:srgbClr val="FFE8CC">
                  <a:alpha val="100000"/>
                </a:srgbClr>
              </a:gs>
            </a:gsLst>
            <a:lin ang="2700000" scaled="0"/>
          </a:gradFill>
          <a:ln w="38100">
            <a:solidFill>
              <a:srgbClr val="FF8C0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7718078" y="7281863"/>
            <a:ext cx="75634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🥈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7370415" y="8043863"/>
            <a:ext cx="15130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Silver Badge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334500" y="6919913"/>
            <a:ext cx="1790700" cy="1790700"/>
          </a:xfrm>
          <a:prstGeom prst="ellipse">
            <a:avLst/>
          </a:prstGeom>
          <a:gradFill rotWithShape="1">
            <a:gsLst>
              <a:gs pos="0">
                <a:srgbClr val="FFF4E6">
                  <a:alpha val="100000"/>
                </a:srgbClr>
              </a:gs>
              <a:gs pos="100000">
                <a:srgbClr val="FFE8CC">
                  <a:alpha val="100000"/>
                </a:srgbClr>
              </a:gs>
            </a:gsLst>
            <a:lin ang="2700000" scaled="0"/>
          </a:gradFill>
          <a:ln w="38100">
            <a:solidFill>
              <a:srgbClr val="FF8C0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9889778" y="7281863"/>
            <a:ext cx="75634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🥉</a:t>
            </a:r>
            <a:endParaRPr lang="en-US" sz="3900" dirty="0"/>
          </a:p>
        </p:txBody>
      </p:sp>
      <p:sp>
        <p:nvSpPr>
          <p:cNvPr id="29" name="Text 27"/>
          <p:cNvSpPr/>
          <p:nvPr/>
        </p:nvSpPr>
        <p:spPr>
          <a:xfrm>
            <a:off x="9474696" y="8043863"/>
            <a:ext cx="16613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Bronze Badge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506200" y="6919913"/>
            <a:ext cx="1790700" cy="1790700"/>
          </a:xfrm>
          <a:prstGeom prst="ellipse">
            <a:avLst/>
          </a:prstGeom>
          <a:gradFill rotWithShape="1">
            <a:gsLst>
              <a:gs pos="0">
                <a:srgbClr val="FFF4E6">
                  <a:alpha val="100000"/>
                </a:srgbClr>
              </a:gs>
              <a:gs pos="100000">
                <a:srgbClr val="FFE8CC">
                  <a:alpha val="100000"/>
                </a:srgbClr>
              </a:gs>
            </a:gsLst>
            <a:lin ang="2700000" scaled="0"/>
          </a:gradFill>
          <a:ln w="38100">
            <a:solidFill>
              <a:srgbClr val="FF8C0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2061478" y="7281863"/>
            <a:ext cx="75634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⭐</a:t>
            </a:r>
            <a:endParaRPr lang="en-US" sz="3900" dirty="0"/>
          </a:p>
        </p:txBody>
      </p:sp>
      <p:sp>
        <p:nvSpPr>
          <p:cNvPr id="32" name="Text 30"/>
          <p:cNvSpPr/>
          <p:nvPr/>
        </p:nvSpPr>
        <p:spPr>
          <a:xfrm>
            <a:off x="11906696" y="8043863"/>
            <a:ext cx="10659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Star Cert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00C2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04 — SHOP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76022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Proto-Themed Merchandise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695575"/>
            <a:ext cx="5130701" cy="3262313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D1F4E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77791" y="3440906"/>
            <a:ext cx="86097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👕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625410" y="4355306"/>
            <a:ext cx="216573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Proto T-Shirt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2632" y="4822031"/>
            <a:ext cx="101128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C2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$14.99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78501" y="2695575"/>
            <a:ext cx="5130850" cy="3262313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D1F4E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713440" y="3440906"/>
            <a:ext cx="86097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🧢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8341995" y="4355306"/>
            <a:ext cx="160371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Proto Cap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38282" y="4822031"/>
            <a:ext cx="101128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C2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$12.99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014150" y="2695575"/>
            <a:ext cx="5130850" cy="3262313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D1F4E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149090" y="3440906"/>
            <a:ext cx="86097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💧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3545659" y="4355306"/>
            <a:ext cx="206783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Water Bottle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073932" y="4822031"/>
            <a:ext cx="101128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C2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$16.99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43000" y="6262688"/>
            <a:ext cx="5130701" cy="3262313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D1F4E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77791" y="7008019"/>
            <a:ext cx="86097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🎒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2949550" y="7922419"/>
            <a:ext cx="1517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Backpack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202632" y="8389144"/>
            <a:ext cx="101128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C2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$34.99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6578501" y="6262688"/>
            <a:ext cx="5130850" cy="3262313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D1F4E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13440" y="7008019"/>
            <a:ext cx="86097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🧦</a:t>
            </a:r>
            <a:endParaRPr lang="en-US" sz="4500" dirty="0"/>
          </a:p>
        </p:txBody>
      </p:sp>
      <p:sp>
        <p:nvSpPr>
          <p:cNvPr id="22" name="Text 20"/>
          <p:cNvSpPr/>
          <p:nvPr/>
        </p:nvSpPr>
        <p:spPr>
          <a:xfrm>
            <a:off x="7972008" y="7922419"/>
            <a:ext cx="234368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Socks (5-Pack)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724007" y="8389144"/>
            <a:ext cx="83983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C2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$9.99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2014150" y="6262688"/>
            <a:ext cx="5130850" cy="3262313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D1F4E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149090" y="7008019"/>
            <a:ext cx="86097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dirty="0">
                <a:solidFill>
                  <a:srgbClr val="1A2B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🏅</a:t>
            </a:r>
            <a:endParaRPr lang="en-US" sz="4500" dirty="0"/>
          </a:p>
        </p:txBody>
      </p:sp>
      <p:sp>
        <p:nvSpPr>
          <p:cNvPr id="26" name="Text 24"/>
          <p:cNvSpPr/>
          <p:nvPr/>
        </p:nvSpPr>
        <p:spPr>
          <a:xfrm>
            <a:off x="13598210" y="7922419"/>
            <a:ext cx="19627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D1F4E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Sticker Pack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4159657" y="8389144"/>
            <a:ext cx="83983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C2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$4.99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0C2A8">
                  <a:alpha val="18000"/>
                </a:srgbClr>
              </a:gs>
              <a:gs pos="70000">
                <a:srgbClr val="00C2A8">
                  <a:alpha val="0"/>
                </a:srgbClr>
              </a:gs>
            </a:gsLst>
            <a:path path="circle">
              <a:fillToRect l="10000" t="50000" r="9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00C2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05 — DIGITAL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71600"/>
            <a:ext cx="176022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Child Progress Dashboard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143000" y="2695575"/>
            <a:ext cx="216180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Football Skills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909947" y="2695575"/>
            <a:ext cx="69175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DD6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75%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43000" y="3219450"/>
            <a:ext cx="12382500" cy="190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3219450"/>
            <a:ext cx="9286875" cy="190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DD66B">
                  <a:alpha val="100000"/>
                </a:srgbClr>
              </a:gs>
              <a:gs pos="100000">
                <a:srgbClr val="00C2A8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1143000" y="3829050"/>
            <a:ext cx="37958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Teamwork &amp; Cooperation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909947" y="3829050"/>
            <a:ext cx="69175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DD6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85%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43000" y="4352925"/>
            <a:ext cx="12382500" cy="190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4352925"/>
            <a:ext cx="10525125" cy="190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DD66B">
                  <a:alpha val="100000"/>
                </a:srgbClr>
              </a:gs>
              <a:gs pos="100000">
                <a:srgbClr val="00C2A8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3" name="Text 11"/>
          <p:cNvSpPr/>
          <p:nvPr/>
        </p:nvSpPr>
        <p:spPr>
          <a:xfrm>
            <a:off x="1143000" y="4962525"/>
            <a:ext cx="19494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Fitness Level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909947" y="4962525"/>
            <a:ext cx="69175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DD6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90%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43000" y="5486400"/>
            <a:ext cx="12382500" cy="190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5486400"/>
            <a:ext cx="11144250" cy="190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DD66B">
                  <a:alpha val="100000"/>
                </a:srgbClr>
              </a:gs>
              <a:gs pos="100000">
                <a:srgbClr val="00C2A8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7" name="Shape 15"/>
          <p:cNvSpPr/>
          <p:nvPr/>
        </p:nvSpPr>
        <p:spPr>
          <a:xfrm>
            <a:off x="1143000" y="6172200"/>
            <a:ext cx="2838599" cy="695325"/>
          </a:xfrm>
          <a:prstGeom prst="roundRect">
            <a:avLst>
              <a:gd name="adj" fmla="val 1917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390650" y="6343650"/>
            <a:ext cx="242845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⭐ First Goal Scorer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172099" y="6172200"/>
            <a:ext cx="3130153" cy="695325"/>
          </a:xfrm>
          <a:prstGeom prst="roundRect">
            <a:avLst>
              <a:gd name="adj" fmla="val 1917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419749" y="6343650"/>
            <a:ext cx="272875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⭐ Team Player Badge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7492752" y="6172200"/>
            <a:ext cx="3116014" cy="695325"/>
          </a:xfrm>
          <a:prstGeom prst="roundRect">
            <a:avLst>
              <a:gd name="adj" fmla="val 1917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740402" y="6343650"/>
            <a:ext cx="27141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⭐ Perfect Attendance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799266" y="6172200"/>
            <a:ext cx="3389114" cy="695325"/>
          </a:xfrm>
          <a:prstGeom prst="roundRect">
            <a:avLst>
              <a:gd name="adj" fmla="val 1917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046916" y="6343650"/>
            <a:ext cx="299548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⭐ Excellence in Training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0C2A8">
                  <a:alpha val="18000"/>
                </a:srgbClr>
              </a:gs>
              <a:gs pos="70000">
                <a:srgbClr val="00C2A8">
                  <a:alpha val="0"/>
                </a:srgbClr>
              </a:gs>
            </a:gsLst>
            <a:path path="circle">
              <a:fillToRect l="10000" t="50000" r="9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77942" y="3645247"/>
            <a:ext cx="16331967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256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I Adapt. I Grow. I Can Do </a:t>
            </a:r>
            <a:pPr algn="ctr" indent="0" marL="0">
              <a:lnSpc>
                <a:spcPct val="90256"/>
              </a:lnSpc>
              <a:buNone/>
            </a:pPr>
            <a:r>
              <a:rPr lang="en-US" sz="7200" dirty="0">
                <a:solidFill>
                  <a:srgbClr val="3DD66B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Anything.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866343" y="5032028"/>
            <a:ext cx="655531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300" kern="0" dirty="0">
                <a:solidFill>
                  <a:srgbClr val="FFD6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PLAY · LEARN · GROW · TOGETHER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871255" y="5803553"/>
            <a:ext cx="654549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>
                    <a:alpha val="85000"/>
                  </a:srgbClr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hello@proteus-kids.com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871255" y="6279803"/>
            <a:ext cx="654549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>
                    <a:alpha val="85000"/>
                  </a:srgbClr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+1 (555) 123-4567 · 123 Sports Lane, Active City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2026-07-24T22:19:41Z</dcterms:created>
  <dcterms:modified xsi:type="dcterms:W3CDTF">2026-07-24T22:19:41Z</dcterms:modified>
</cp:coreProperties>
</file>